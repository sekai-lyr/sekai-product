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C729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21295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imHei"/>
              </a:defRPr>
            </a:pPr>
            <a:r>
              <a:t>动漫AI助手平台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8F4F8"/>
                </a:solidFill>
                <a:latin typeface="Calibri"/>
              </a:defRPr>
            </a:pPr>
            <a:r>
              <a:t>Anime AI Assistant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imHei"/>
              </a:defRPr>
            </a:pPr>
            <a:r>
              <a:t>智能识别 · 精准推荐 · 追番管理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8F4F8"/>
                </a:solidFill>
                <a:latin typeface="Calibri"/>
              </a:defRPr>
            </a:pPr>
            <a:r>
              <a:t>v1.0.0-SNAPSHOT | Spring Boot 3.5.14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目录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SimHei"/>
              </a:defRPr>
            </a:pPr>
            <a:r>
              <a:t>项目简介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361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  <a:latin typeface="SimHei"/>
              </a:defRPr>
            </a:pPr>
            <a:r>
              <a:t>平台定位与价值主张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SimHei"/>
              </a:defRPr>
            </a:pPr>
            <a:r>
              <a:t>核心功能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848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  <a:latin typeface="SimHei"/>
              </a:defRPr>
            </a:pPr>
            <a:r>
              <a:t>主要功能模块介绍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06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SimHei"/>
              </a:defRPr>
            </a:pPr>
            <a:r>
              <a:t>技术架构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334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  <a:latin typeface="SimHei"/>
              </a:defRPr>
            </a:pPr>
            <a:r>
              <a:t>技术栈与系统设计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546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SimHei"/>
              </a:defRPr>
            </a:pPr>
            <a:r>
              <a:t>AI能力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1821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  <a:latin typeface="SimHei"/>
              </a:defRPr>
            </a:pPr>
            <a:r>
              <a:t>智能识别与推荐系统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SimHei"/>
              </a:defRPr>
            </a:pPr>
            <a:r>
              <a:t>数据管理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7307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  <a:latin typeface="SimHei"/>
              </a:defRPr>
            </a:pPr>
            <a:r>
              <a:t>宠物/植物档案系统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519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  <a:latin typeface="SimHei"/>
              </a:defRPr>
            </a:pPr>
            <a:r>
              <a:t>技术亮点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2793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  <a:latin typeface="SimHei"/>
              </a:defRPr>
            </a:pPr>
            <a:r>
              <a:t>创新特性与优势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Anime</a:t>
            </a:r>
            <a:br/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315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项目简介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95C"/>
                </a:solidFill>
                <a:latin typeface="SimHei"/>
              </a:defRPr>
            </a:pPr>
            <a:r>
              <a:t>平台定位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一站式动漫智能助手平台，融合AI识别、个性化推荐与社区管理功能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26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95C"/>
                </a:solidFill>
                <a:latin typeface="SimHei"/>
              </a:defRPr>
            </a:pPr>
            <a:r>
              <a:t>核心价值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83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🎯 精准识别 - 基于视觉AI的动漫角色识别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💡 智能推荐 - 个性化番剧推荐引擎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114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📚 知识管理 - 完善的动漫知识库系统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核心功能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  <a:latin typeface="SimHei"/>
              </a:defRPr>
            </a:pPr>
            <a:r>
              <a:t>角色识别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  <a:latin typeface="SimHei"/>
              </a:defRPr>
            </a:pPr>
            <a:r>
              <a:t>基于视觉AI的动漫角色识别系统，支持图片上传自动识别角色信息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65176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574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  <a:latin typeface="SimHei"/>
              </a:defRPr>
            </a:pPr>
            <a:r>
              <a:t>番剧推荐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  <a:latin typeface="SimHei"/>
              </a:defRPr>
            </a:pPr>
            <a:r>
              <a:t>智能推荐引擎，根据用户喜好和观看历史提供个性化番剧推荐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5176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574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  <a:latin typeface="SimHei"/>
              </a:defRPr>
            </a:pPr>
            <a:r>
              <a:t>追番管理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  <a:latin typeface="SimHei"/>
              </a:defRPr>
            </a:pPr>
            <a:r>
              <a:t>完整的追番列表管理，追踪观看进度，设置提醒和评分系统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265176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862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  <a:latin typeface="SimHei"/>
              </a:defRPr>
            </a:pPr>
            <a:r>
              <a:t>宠物档案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51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  <a:latin typeface="SimHei"/>
              </a:defRPr>
            </a:pPr>
            <a:r>
              <a:t>宠物档案管理系统，记录健康状态、护理记录和成长历程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200400"/>
            <a:ext cx="265176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3375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  <a:latin typeface="SimHei"/>
              </a:defRPr>
            </a:pPr>
            <a:r>
              <a:t>植物档案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251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  <a:latin typeface="SimHei"/>
              </a:defRPr>
            </a:pPr>
            <a:r>
              <a:t>植物档案管理系统，提供养护建议和生长状态追踪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200400"/>
            <a:ext cx="265176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3375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862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  <a:latin typeface="SimHei"/>
              </a:defRPr>
            </a:pPr>
            <a:r>
              <a:t>AI对话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251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  <a:latin typeface="SimHei"/>
              </a:defRPr>
            </a:pPr>
            <a:r>
              <a:t>智能对话助手，解答动漫相关问题，提供专业咨询服务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后端框架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Spring Boot 3.5.14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Java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Spring AI 1.0.9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数据存储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MySQL (生产)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0312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H2 (开发)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2316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4320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SQLite (知识库)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6517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AI集成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DeepSeek (对话)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0312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通义千问VL (视觉)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2316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OpenAI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26517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前端技术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Thymeleaf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23359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HTML5/CSS3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4340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JavaScript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26517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核心技术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70332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向量检索 (HNSW)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023359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多模态AI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34340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SimHei"/>
              </a:defRPr>
            </a:pPr>
            <a:r>
              <a:t>• 知识图谱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AI能力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95C"/>
                </a:solidFill>
                <a:latin typeface="SimHei"/>
              </a:defRPr>
            </a:pPr>
            <a:r>
              <a:t>视觉识别系统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914400" cy="54864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imHei"/>
              </a:defRPr>
            </a:pPr>
            <a:r>
              <a:t>图片上传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737360"/>
            <a:ext cx="914400" cy="54864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imHei"/>
              </a:defRPr>
            </a:pPr>
            <a:r>
              <a:t>AI分析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737360"/>
            <a:ext cx="914400" cy="54864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imHei"/>
              </a:defRPr>
            </a:pPr>
            <a:r>
              <a:t>角色匹配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914400" cy="54864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imHei"/>
              </a:defRPr>
            </a:pPr>
            <a:r>
              <a:t>结果返回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95C"/>
                </a:solidFill>
                <a:latin typeface="SimHei"/>
              </a:defRPr>
            </a:pPr>
            <a:r>
              <a:t>推荐引擎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37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✓ 用户偏好分析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✓ 观看历史挖掘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68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✓ 协同过滤算法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34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✓ 内容相似度计算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✓ 个性化推荐列表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95C"/>
                </a:solidFill>
                <a:latin typeface="SimHei"/>
              </a:defRPr>
            </a:pPr>
            <a:r>
              <a:t>动漫知识库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SimHei"/>
              </a:defRPr>
            </a:pPr>
            <a:r>
              <a:t>包含丰富的番剧信息、角色数据、制作团队信息等结构化数据，支持向量检索和语义搜索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C7293"/>
                </a:solidFill>
                <a:latin typeface="SimHei"/>
              </a:defRPr>
            </a:pPr>
            <a:r>
              <a:t>已收录: 3+ 热门番剧 | 50+ 角色 | 持续扩展中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数据管理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320040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  <a:latin typeface="SimHei"/>
              </a:defRPr>
            </a:pPr>
            <a:r>
              <a:t>🐾 宠物档案系统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基本信息: 名称、品种、年龄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健康状态追踪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AI生成形象图片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护理记录管理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成长历程记录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931920" cy="320040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55448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  <a:latin typeface="SimHei"/>
              </a:defRPr>
            </a:pPr>
            <a:r>
              <a:t>🌱 植物档案系统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031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基本信息: 名称、品种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146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生长状态监控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7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AI生成形象图片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37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养护建议推送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4903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护理提醒功能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技术亮点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155448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SimHei"/>
              </a:defRPr>
            </a:pPr>
            <a:r>
              <a:t>多模态AI集成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融合视觉与对话AI，支持图片识别和智能对话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4114800" cy="155448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SimHei"/>
              </a:defRPr>
            </a:pPr>
            <a:r>
              <a:t>向量检索引擎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基于HNSW的高效向量检索，快速匹配角色和番剧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4114800" cy="155448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SimHei"/>
              </a:defRPr>
            </a:pPr>
            <a:r>
              <a:t>双数据库架构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MySQL生产库 + SQLite知识库，灵活高效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108960"/>
            <a:ext cx="4114800" cy="1554480"/>
          </a:xfrm>
          <a:prstGeom prst="roundRect">
            <a:avLst/>
          </a:prstGeom>
          <a:solidFill>
            <a:srgbClr val="E8F4F8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291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3832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  <a:latin typeface="SimHei"/>
              </a:defRPr>
            </a:pPr>
            <a:r>
              <a:t>现代化技术栈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931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Spring Boot 3 + Java 21 + Spring AI，前沿架构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SimHei"/>
              </a:defRPr>
            </a:pPr>
            <a:r>
              <a:t>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Phase 1 - 功能完善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优化AI识别精度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扩展知识库数据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完善用户系统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Phase 2 - 社区功能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92024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用户评论系统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060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番剧讨论区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08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好友关注功能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imHei"/>
              </a:defRPr>
            </a:pPr>
            <a:r>
              <a:t>Phase 3 - 移动端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92024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iOS/Android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060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推送通知系统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08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SimHei"/>
              </a:defRPr>
            </a:pPr>
            <a:r>
              <a:t>• 离线缓存功能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1295C"/>
                </a:solidFill>
                <a:latin typeface="SimHei"/>
              </a:defRPr>
            </a:pPr>
            <a:r>
              <a:t>🎯 核心目标: 打造最智能的动漫助手平台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1C729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0"/>
            <a:ext cx="1828800" cy="1828800"/>
          </a:xfrm>
          <a:prstGeom prst="ellipse">
            <a:avLst/>
          </a:prstGeom>
          <a:solidFill>
            <a:srgbClr val="21295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imHei"/>
              </a:defRPr>
            </a:pPr>
            <a:r>
              <a:t>感谢观看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8F4F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imHei"/>
              </a:defRPr>
            </a:pPr>
            <a:r>
              <a:t>动漫AI助手平台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8F4F8"/>
                </a:solidFill>
                <a:latin typeface="Calibri"/>
              </a:defRPr>
            </a:pPr>
            <a:r>
              <a:t>Spring Boot 3.5.14 | Java 21 | Spring AI 1.0.9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